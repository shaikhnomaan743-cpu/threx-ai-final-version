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THREX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AI-Based Detection of Cyber Threats in Unidirectional IP Traffic</a:t>
            </a:r>
          </a:p>
          <a:p/>
          <a:p>
            <a:r>
              <a:t>SIH26145 | NTRO | Blockchain &amp; Cybersecurity</a:t>
            </a:r>
          </a:p>
          <a:p>
            <a:r>
              <a:t>Team: Caffeinated Coders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Critical Infrastructure Security Challenge</a:t>
            </a:r>
          </a:p>
          <a:p>
            <a:pPr/>
            <a:r>
              <a:t>• Critical infrastructure networks (power grids, SCADA, ICS) require isolated monitoring</a:t>
            </a:r>
          </a:p>
          <a:p>
            <a:pPr/>
            <a:r>
              <a:t>• Data diode/unidirectional networks prevent active probing and response mechanisms</a:t>
            </a:r>
          </a:p>
          <a:p>
            <a:pPr/>
            <a:r>
              <a:t>• Traditional security solutions assume bidirectional communication and active response</a:t>
            </a:r>
          </a:p>
          <a:p>
            <a:pPr/>
            <a:r>
              <a:t>• Encrypted traffic limits payload inspection capabilities</a:t>
            </a:r>
          </a:p>
          <a:p>
            <a:pPr/>
            <a:r>
              <a:t>• Need: Passive, read-only threat detection using only observable IP flow metadata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(2024-2026)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 Research Papers Analyzed</a:t>
            </a:r>
          </a:p>
          <a:p>
            <a:pPr/>
            <a:r>
              <a:t>• Publication years: 9 papers from 2024, 6 from 2025, 5 from 2026</a:t>
            </a:r>
          </a:p>
          <a:p>
            <a:pPr/>
            <a:r>
              <a:t>• Sources: IEEE, Springer, Nature, MDPI, ACM Transactions</a:t>
            </a:r>
          </a:p>
          <a:p>
            <a:pPr/>
            <a:r>
              <a:t>• Focus areas: Network flow analysis, DDoS detection, encrypted traffic, ICS/OT security</a:t>
            </a:r>
          </a:p>
          <a:p>
            <a:pPr/>
            <a:r>
              <a:t>• Key findings: Strong individual detection capabilities, but limited passive/unidirectional solutions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Research Papers (1-5)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Botnet Detection with Flow+DNS Fusion (2026) - 99.10% accuracy using hybrid deep learning</a:t>
            </a:r>
          </a:p>
          <a:p>
            <a:pPr/>
            <a:r>
              <a:t>2. Smart Grid Cybersecurity Review (2025) - Systematic analysis of OT threats and AI defense</a:t>
            </a:r>
          </a:p>
          <a:p>
            <a:pPr/>
            <a:r>
              <a:t>3. IP SafeGuard Framework (2025) - 98.2% accuracy for malicious IP detection using NetFlow</a:t>
            </a:r>
          </a:p>
          <a:p>
            <a:pPr/>
            <a:r>
              <a:t>4. Proactive Network Management (2025) - 96.8% accuracy with multi-layer analytics</a:t>
            </a:r>
          </a:p>
          <a:p>
            <a:pPr/>
            <a:r>
              <a:t>5. 6G Smart Grid Security (2024) - Intelligent breach detection for cyber-physical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Research Papers (6-10)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6. SCADA Anomaly Detection (2024) - 96.84% accuracy for real-time utility network intrusion</a:t>
            </a:r>
          </a:p>
          <a:p>
            <a:pPr/>
            <a:r>
              <a:t>7. DDoS Detection Survey (2026) - Comprehensive analysis of AI-based DDoS mitigation</a:t>
            </a:r>
          </a:p>
          <a:p>
            <a:pPr/>
            <a:r>
              <a:t>8. Edge DDoS Mitigation (2024) - Real-time detection with ML at network edge</a:t>
            </a:r>
          </a:p>
          <a:p>
            <a:pPr/>
            <a:r>
              <a:t>9. XAI Network Monitoring (2026) - SHAP-based explanations for network traffic analysis</a:t>
            </a:r>
          </a:p>
          <a:p>
            <a:pPr/>
            <a:r>
              <a:t>10. Threat Hunting with CNN-LSTM (2025) - 99.60% accuracy for spatial-temporal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Research Papers (11-15)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11. PMU Anomaly Detection (2024) - Trustworthy AI for power grid cybersecurity</a:t>
            </a:r>
          </a:p>
          <a:p>
            <a:pPr/>
            <a:r>
              <a:t>12. Encrypted Traffic XAI (2025) - Explainable AI for encrypted traffic classification</a:t>
            </a:r>
          </a:p>
          <a:p>
            <a:pPr/>
            <a:r>
              <a:t>13. 5G DDoS Detection (2025) - 99.71% accuracy with BiLSTM for real-time detection</a:t>
            </a:r>
          </a:p>
          <a:p>
            <a:pPr/>
            <a:r>
              <a:t>14. Smart Grid Threat Detection (2026) - Hybrid ML with XAI for energy infrastructure</a:t>
            </a:r>
          </a:p>
          <a:p>
            <a:pPr/>
            <a:r>
              <a:t>15. Flow Interaction Graphs (2024) - 13.9% improvement for unknown encrypted attacks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Research Papers (16-20)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16. Lightweight IoT IDS (2024) - Encrypted traffic detection without decryption</a:t>
            </a:r>
          </a:p>
          <a:p>
            <a:pPr/>
            <a:r>
              <a:t>17. XAI-IoT Framework (2024) - Explainable anomaly detection for IoT systems</a:t>
            </a:r>
          </a:p>
          <a:p>
            <a:pPr/>
            <a:r>
              <a:t>18. Botnet Lifecycle Detection (2024) - Two-stage scanning→DDoS detection pipeline</a:t>
            </a:r>
          </a:p>
          <a:p>
            <a:pPr/>
            <a:r>
              <a:t>19. ICS Intrusion Detection (2025) - 92% accuracy for industrial control systems</a:t>
            </a:r>
          </a:p>
          <a:p>
            <a:pPr/>
            <a:r>
              <a:t>20. Temporal NetFlow Features (2026) - 27% improvement with temporal feature enrichment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Critical Limitations in Current Research</a:t>
            </a:r>
          </a:p>
          <a:p>
            <a:pPr/>
            <a:r>
              <a:t>• Most systems assume bidirectional communication and active response capabilities</a:t>
            </a:r>
          </a:p>
          <a:p>
            <a:pPr/>
            <a:r>
              <a:t>• Limited focus on physically/logically unidirectional monitoring paths (data diodes)</a:t>
            </a:r>
          </a:p>
          <a:p>
            <a:pPr/>
            <a:r>
              <a:t>• Encrypted traffic analysis exists but rarely combined with critical infrastructure isolation</a:t>
            </a:r>
          </a:p>
          <a:p>
            <a:pPr/>
            <a:r>
              <a:t>• Benchmark performance stronger than real deployment evidence</a:t>
            </a:r>
          </a:p>
          <a:p>
            <a:pPr/>
            <a:r>
              <a:t>• Lack of integrated multi-detector systems under passive constraints</a:t>
            </a:r>
          </a:p>
          <a:p>
            <a:pPr/>
            <a:r>
              <a:t>• Missing temporal flow analysis for one-way monitoring enclaves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THREX AI: Addressing the 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Differentiators</a:t>
            </a:r>
          </a:p>
          <a:p>
            <a:pPr/>
            <a:r>
              <a:t>• Passive-only detection: No probing or response traffic required</a:t>
            </a:r>
          </a:p>
          <a:p>
            <a:pPr/>
            <a:r>
              <a:t>• Unidirectional by design: Analytics enclave operates without return path</a:t>
            </a:r>
          </a:p>
          <a:p>
            <a:pPr/>
            <a:r>
              <a:t>• Metadata-first approach: No payload decryption needed for encrypted traffic</a:t>
            </a:r>
          </a:p>
          <a:p>
            <a:pPr/>
            <a:r>
              <a:t>• Parallel specialized detectors: DDoS, C2, DGA, TLS malware, Port scan, Exfiltration</a:t>
            </a:r>
          </a:p>
          <a:p>
            <a:pPr/>
            <a:r>
              <a:t>• Consensus scoring: Multi-detector threat scoring instead of single-model trust</a:t>
            </a:r>
          </a:p>
          <a:p>
            <a:pPr/>
            <a:r>
              <a:t>• Explainable output: Feature-level evidence for analyst interpretation</a:t>
            </a:r>
          </a:p>
          <a:p>
            <a:pPr/>
            <a:r>
              <a:t>• Temporal analysis: Rolling windows and inter-arrival statistics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THREX AI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Components</a:t>
            </a:r>
          </a:p>
          <a:p>
            <a:pPr/>
            <a:r>
              <a:t>• Frontend: React 19 + TypeScript dashboard (12 routes, PWA-ready)</a:t>
            </a:r>
          </a:p>
          <a:p>
            <a:pPr/>
            <a:r>
              <a:t>• Backend: FastAPI with Scapy, LightGBM, scikit-learn, Redis, SQLite/Postgres</a:t>
            </a:r>
          </a:p>
          <a:p>
            <a:pPr/>
            <a:r>
              <a:t>• 6 ML Detectors: IsolationForest (DDoS, Exfiltration), LightGBM (DGA), RandomForest (TLS), FFT+CV (C2), Rule-based (Port scan)</a:t>
            </a:r>
          </a:p>
          <a:p>
            <a:pPr/>
            <a:r>
              <a:t>• Data Pipeline: PCAP ingestion → Flow extraction → Feature engineering → Detection → Alerting</a:t>
            </a:r>
          </a:p>
          <a:p>
            <a:pPr/>
            <a:r>
              <a:t>• Performance: 88.6 flows/sec sustained, 12.93ms p50 latency, zero drops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Innovation &amp; Novelty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Contributions</a:t>
            </a:r>
          </a:p>
          <a:p>
            <a:pPr/>
            <a:r>
              <a:t>• First integrated passive detection system for unidirectional critical infrastructure networks</a:t>
            </a:r>
          </a:p>
          <a:p>
            <a:pPr/>
            <a:r>
              <a:t>• Multi-detector consensus scoring under strict read-only constraints</a:t>
            </a:r>
          </a:p>
          <a:p>
            <a:pPr/>
            <a:r>
              <a:t>• Temporal flow analysis without feedback channels or active probing</a:t>
            </a:r>
          </a:p>
          <a:p>
            <a:pPr/>
            <a:r>
              <a:t>• Encrypted traffic characterization using only observable metadata</a:t>
            </a:r>
          </a:p>
          <a:p>
            <a:pPr/>
            <a:r>
              <a:t>• Real-time threat detection (12.93ms latency) suitable for data diode deployments</a:t>
            </a:r>
          </a:p>
          <a:p>
            <a:pPr/>
            <a:r>
              <a:t>• Explainable AI for network security in isolated monitoring enclaves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Real-World Deployment Scenarios</a:t>
            </a:r>
          </a:p>
          <a:p>
            <a:pPr/>
            <a:r>
              <a:t>• Power grid SCADA networks with data diode protection</a:t>
            </a:r>
          </a:p>
          <a:p>
            <a:pPr/>
            <a:r>
              <a:t>• Industrial control systems (ICS) requiring air-gapped monitoring</a:t>
            </a:r>
          </a:p>
          <a:p>
            <a:pPr/>
            <a:r>
              <a:t>• Critical infrastructure with unidirectional telemetry requirements</a:t>
            </a:r>
          </a:p>
          <a:p>
            <a:pPr/>
            <a:r>
              <a:t>• Government networks with strict traffic separation policies</a:t>
            </a:r>
          </a:p>
          <a:p>
            <a:pPr/>
            <a:r>
              <a:t>• Financial systems with one-way transaction logging requirements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THREX AI Summary</a:t>
            </a:r>
          </a:p>
          <a:p>
            <a:pPr/>
            <a:r>
              <a:t>• Addresses critical gap in passive/unidirectional network security monitoring</a:t>
            </a:r>
          </a:p>
          <a:p>
            <a:pPr/>
            <a:r>
              <a:t>• Synthesizes 20+ recent research papers into practical deployment architecture</a:t>
            </a:r>
          </a:p>
          <a:p>
            <a:pPr/>
            <a:r>
              <a:t>• Delivers real-time threat detection without violating data diode constraints</a:t>
            </a:r>
          </a:p>
          <a:p>
            <a:pPr/>
            <a:r>
              <a:t>• Provides explainable AI for critical infrastructure security operations</a:t>
            </a:r>
          </a:p>
          <a:p>
            <a:pPr/>
            <a:r>
              <a:t>• Ready for deployment in NTRO and other critical infrastructure environments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